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https://www.rfc-editor.org/rfc/rfc8446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https://www.rfc-editor.org/rfc/rfc8446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https://www.rfc-editor.org/rfc/rfc5280
- https://www.rfc-editor.org/rfc/rfc8446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https://www.rfc-editor.org/rfc/rfc5280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https://www.rfc-editor.org/rfc/rfc5280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https://www.rfc-editor.org/rfc/rfc5280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https://www.rfc-editor.org/rfc/rfc7519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https://www.rfc-editor.org/rfc/rfc7519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https://www.rfc-editor.org/rfc/rfc7519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https://www.rfc-editor.org/rfc/rfc7519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https://www.rfc-editor.org/rfc/rfc7519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https://git-scm.com/book/en/v2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https://git-scm.com/book/en/v2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https://git-scm.com/book/en/v2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https://docs.docker.com/get-started/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https://docs.docker.com/get-started/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https://docs.docker.com/reference/dockerfile/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https://docs.docker.com/get-started/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43000"/>
            <a:ext cx="10545775" cy="43891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43000"/>
            <a:ext cx="109728" cy="43891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0876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2057400"/>
            <a:ext cx="98142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Security, Git &amp; Docker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88720" y="315468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• HTTPS/TLS/PKI • JWT • Git • Docker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79476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Gemeinsames Fundament für Projektarbeit &amp; Deployment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Schulungen mit THM Studenten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dieses Bootcamp?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Verständnis-Lücken verhindern spätere Fortschritte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Projekte scheitern nicht am Code, sondern am Umfeld (API, Auth, Deploy).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klären Begriffe &amp; Mental Models — dann sind spätere Aufgaben leichter.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üben mit Mini-Demos (curl, Zertifikate, Git, Docker).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„Ich weiß, was passiert“ statt „magische Kommandos“.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Lernziele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nach dem Bootcamp können solltest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erklären: Request/Response, Statuscodes, Header, JSON.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erklären: Verschlüsselung + Identität + Zertifikate/PKI.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erklären: Aufbau, Claims, Signatur, Einsatz im Authorization-Header.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anwenden: add/commit/log/diff, Branches, Remote-Grundlagen.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anwenden: Image vs. Container, run/ps/logs/stop, Port-Mapping.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(ca. 2–3 Stunden, je nach Tempo)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Wie Web-Apps zusammenhängen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Basics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HTTPS/TLS/PKI (Zertifikate &amp; Vertrauen)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mit JWT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Der komplette „Dev → Deploy“-Flow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eine App eine API aufruft?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51460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93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 HTTP requests)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828800"/>
            <a:ext cx="251460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993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3042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Business-Logik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(Auth, Validation)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251460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93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z.B. Auth-Server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interne APIs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51460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5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993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0" y="23042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Cache / Storage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2423160"/>
            <a:ext cx="27432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26480" y="2423160"/>
            <a:ext cx="27432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423160"/>
            <a:ext cx="27432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" y="3703320"/>
            <a:ext cx="10545775" cy="251460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867912"/>
            <a:ext cx="9997135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schützt die Verbindung Client ↔ API.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ist ein „Ausweis“, der bei jeder Anfrage mitgeschickt wird.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Git helfen beim reproduzierbaren Bauen/Deployen.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Sprache zwischen Client und Server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77440" cy="5029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 • Web, Security, Git &amp; Docker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HTTP?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Grundidee: Request → Response (zustandslos)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ist ein Protokoll auf Anwendungsebene (Web, APIs).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sendet eine Anfrage (Request) — Server antwortet (Response).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„Stateless“: Jede Anfrage enthält genug Infos, damit der Server sie versteht.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kommen meist als HTML oder JSON zurück.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einer Anfrage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45775" cy="525780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1828800"/>
            <a:ext cx="9997135" cy="2103120"/>
          </a:xfrm>
          <a:prstGeom prst="roundRect">
            <a:avLst/>
          </a:prstGeom>
          <a:solidFill>
            <a:srgbClr val="0E172A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993392"/>
            <a:ext cx="95399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/api/users/42 HTTP/1.1
Host: example.com
Accept: application/json
Authorization: Bearer &lt;token&gt;
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160520"/>
            <a:ext cx="9997135" cy="22402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325112"/>
            <a:ext cx="9448495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Teile: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Methode (GET/POST/…)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Pfad + Query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(z.B. Accept, Authorization)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Body (bei POST/PUT/PATCH)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&amp; Statuscodes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der Server antwortet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enthält: Statuscode, Header, Body.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= Erfolg (z.B. 200 OK, 201 Created).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= Umleitung (z.B. 301/302).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= Client-Fehler (z.B. 400, 401, 403, 404).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= Server-Fehler (z.B. 500).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Methoden: GET, POST &amp; Co.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Aktion soll der Server ausführen?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Daten lesen (sollte keine Daten verändern).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Neues anlegen / Aktion auslösen.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Ressource vollständig ersetzen (oft „idempotent“).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PATCH: Ressource teilweise ändern.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Löschen.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&amp; Content-Type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Metadaten, die Requests/Responses steuern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beschreibt das Format im Body (z.B. application/json).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sagt, was der Client gern hätte (Content Negotiation).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transportiert Auth-Infos (z.B. Bearer Token).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sind ein weiterer Mechanismus (Browser-lastig).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zum Debuggen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etwas nicht geht: Sichtbar machen!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 → Network-Tab (Requests, Headers, Payload).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curl: schnell, skriptbar, ideal fürs Lernen.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Postman/Insomnia: UI für API-Tests.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Server-Logs: Was sieht der Backend-Code wirklich?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Mini-Übung (HTTP)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curl -i auf eine URL: Statuscode + 2 Header finden.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Eine 404 provozieren (falscher Pfad).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Einen JSON-POST senden (z.B. httpbin) und Content-Type setzen.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Unterschied Query-Parameter vs. Body erklären.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&amp; TLS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Verschlüsselung + Identität + Vertrauen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77440" cy="5029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 • Web, Security, Git &amp; Docker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HTTPS?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ist wie eine Postkarte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5669280" cy="2011680"/>
          </a:xfrm>
          <a:prstGeom prst="roundRect">
            <a:avLst/>
          </a:prstGeom>
          <a:solidFill>
            <a:srgbClr val="1A2439"/>
          </a:solidFill>
          <a:ln w="25400">
            <a:solidFill>
              <a:srgbClr val="FF5C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90472"/>
            <a:ext cx="51206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reinem HTTP kann ein Angreifer auf dem Weg: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Inhalte mitlesen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Inhalte verändern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sich als Server ausgeben (Man-in-the-Middle)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010912" cy="2011680"/>
          </a:xfrm>
          <a:prstGeom prst="roundRect">
            <a:avLst/>
          </a:prstGeom>
          <a:solidFill>
            <a:srgbClr val="1A2439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490472"/>
            <a:ext cx="4462272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TLS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bietet: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Vertraulichkeit (Verschlüsselung)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Integrität (Manipulation erkennbar)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Authentizität (Server-Identität)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3291840" cy="12801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1330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Browser/App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3657600"/>
            <a:ext cx="3291840" cy="12801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1330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API/Website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703320"/>
            <a:ext cx="2834640" cy="1188720"/>
          </a:xfrm>
          <a:prstGeom prst="roundRect">
            <a:avLst/>
          </a:prstGeom>
          <a:solidFill>
            <a:srgbClr val="2A1B24"/>
          </a:solidFill>
          <a:ln w="25400">
            <a:solidFill>
              <a:srgbClr val="FF5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8587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(MITM)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4297680"/>
            <a:ext cx="45720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4297680"/>
            <a:ext cx="59436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60 Sekunden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grob beim Verbindungsaufbau?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und Server einigen sich auf Kryptographie-Parameter.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zeigt ein Zertifikat (enthält Public Key + Domain).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prüft: Ist das Zertifikat gültig und vertrauenswürdig?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symmetrische Verschlüsselung für schnelle Datenübertragung.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Zertifikate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↔ Public Key (signiert)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5394960" cy="21945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Zertifikat (Leaf)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93852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u.a.: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Subject: example.com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Gültigkeit (NotBefore/NotAfter)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Signatur der 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4873752" cy="21945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62763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wichtig?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938528"/>
            <a:ext cx="44165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Client kann prüfen: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„Ich rede wirklich mit example.com“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Key gehört zu dieser Domain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schützt vor MITM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0545775" cy="23317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42232"/>
            <a:ext cx="9997135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Ein Zertifikat ist kein „Geheimnis“.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ist öffentlich — Vertrauen entsteht durch die Signaturkette.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&amp; Zertifikatskette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„bürgt“ für wen?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1417320"/>
            <a:ext cx="8321040" cy="10058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5819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(im Truststore)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18928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wenige, besonders geschützt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2788920"/>
            <a:ext cx="8321040" cy="10058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9535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32644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Delegiert Signaturen, reduziert Risiko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4160520"/>
            <a:ext cx="8321040" cy="10058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4325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Zertifikat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46360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example.com (Server zeigt 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2423160"/>
            <a:ext cx="0" cy="36576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3794760"/>
            <a:ext cx="0" cy="36576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5440680"/>
            <a:ext cx="10545775" cy="10515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605272"/>
            <a:ext cx="9997135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Browser/OS haben Root-CAs vorinstalliert (Truststore).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die Kette bis zu einer vertrauenswürdigen Root führt → Verbindung ist „trusted“. 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Zertifikatsverteilung in der Praxis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interne Services oft extra Aufwand brauchen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oft eigene CA oder Self-Signed Zertifikate.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müssen der internen Root-CA vertrauen (Truststore aktualisieren).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Java: eigener Truststore/Keystore möglich (z.B. cacerts).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via DevOps/MDM/Config-Management (nicht „per Hand“).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TLS-Probleme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„Zertifikat ungültig“ auftaucht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passt nicht (Zertifikat für andere Domain).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Zertifikat abgelaufen / Uhrzeit falsch.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Kette unvollständig (Intermediate fehlt).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vertraut der CA nicht (Root nicht im Truststore).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Mini-Übung (HTTPS/TLS)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Öffne eine HTTPS-Seite → Zertifikat anzeigen: Issuer, Gültigkeit.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Prüfe die Zertifikatskette (Browser-UI).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mit OpenSSL: openssl s_client -connect host:443 -servername host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Was bedeutet „trusted“? Was ist ein Truststore?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bist du? Wie weist du es nach?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77440" cy="5029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 • Web, Security, Git &amp; Docker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vs. Token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typische Ansätze für Web-Auth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8728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(Cookie-basiert)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98768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(z.B. JWT)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speichert Session-State.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sendet Cookie automatisch.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für klassische Web-Apps.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Skalierung: Sessions teilen (DB/Cache).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speichert Token, sendet es pro Request.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kann Token prüfen (Signatur).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für APIs/Mobile/Microservices.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Achtung: Token-Lifecycle &amp; Revocation.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– Aufbau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header.payload.signature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45775" cy="2011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99971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eyJhbGciOiJSUzI1NiIsInR5cCI6IkpXVCJ9.eyJzdWIiOiI0MiIsInJvbGVzIjpbInVzZXIiXSwiZXhwIjoxNzAwMDAwMDAwfQ.SIGNATURE…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10545775" cy="288036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85032"/>
            <a:ext cx="9997135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Header &amp; Payload sind Base64URL-kodiert → lesbar.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ist standardmäßig NICHT verschlüsselt (nur signiert).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Geheimhaltung nötig ist: JWE oder andere Mechanismen.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Claims (Payload)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Felder, die man oft sieht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sub: Subject (User-ID)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exp: Ablaufzeit (Unix timestamp)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iss: Issuer (wer stellt Token aus?)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aud: Audience (für wen ist das Token gedacht?)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roles/scopes: Berechtigungen (app-spezifisch)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Signatur: HS256 vs. RS256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wird Fälschung verhindert?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8728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(Shared Secret)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98768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(Public/Private Key)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gemeinsames Geheimnis signiert &amp; verifiziert.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Einfach, aber Secret muss überall sicher verteilt werden.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Secret leakt → alle Token kompromittiert.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signiert, Public Key verifiziert.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darf verteilt werden (passt gut zu PKI).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 für viele Services/Verifier.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der Praxis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3749040" cy="11887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9385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Auth-Service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→ Token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3749040" cy="11887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36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Token speichern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4472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hält JWT (z.B. Memory/Storage)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sendet es pro Request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749040" cy="11887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645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API 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9560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&lt;JWT&gt;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prüft Signatur &amp; exp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2194560"/>
            <a:ext cx="5879592" cy="2377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359152"/>
            <a:ext cx="5422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2670048"/>
            <a:ext cx="54223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api.example.com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&lt;JWT&gt;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Accept: application/json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4800600"/>
            <a:ext cx="5879592" cy="16916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4965192"/>
            <a:ext cx="53309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Merke: JWT = Integrität + Auth-Info.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hängt stark von: exp, Key-Management, Storage im Client.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Mini-Übung (JWT)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JWT dekodieren (Header/Payload lesen).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exp finden und interpretieren: Wann läuft es ab?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Payload manipulieren (z.B. role=user → admin): Warum ist das nicht akzeptiert?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Was ist der Unterschied Signatur vs. Verschlüsselung?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Versionierung &amp; Zusammenarbeit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77440" cy="5029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 • Web, Security, Git &amp; Docker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Mental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→ Staging →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347472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Dateien (aktuell)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474720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(Index)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den nächsten Commit soll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136392" cy="123444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719072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029968"/>
            <a:ext cx="2679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Commit-Historie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176272"/>
            <a:ext cx="18288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2176272"/>
            <a:ext cx="22860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34840" y="2907792"/>
            <a:ext cx="2926080" cy="411480"/>
          </a:xfrm>
          <a:prstGeom prst="roundRect">
            <a:avLst/>
          </a:prstGeom>
          <a:solidFill>
            <a:srgbClr val="0E172A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971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 →  git commit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520440"/>
            <a:ext cx="10545775" cy="29260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85032"/>
            <a:ext cx="9997135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Snapshot.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 viele kleine Commits als ein riesiger — dann ist Debugging einfacher.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– Daily Commands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6 wichtigsten Befehle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– was ist geändert?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– Änderungen zum Commit vormerken (staging).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– Snapshot speichern (mit Message).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– Unterschiede ansehen.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--graph – Historie verstehen.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/ git reset (vorsichtig) – Änderungen rückgängig machen.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Remote (Basics)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arbeiten ohne Chaos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= eigene Entwicklungsspur (feature/…).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Typisch: main bleibt stabil, Features via Pull Request.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feature/x – neuen Branch erstellen.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„origin“: push/pull synchronisiert mit GitHub/GitLab.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sind normal — wir lösen sie später systematisch.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Mini-Übung (Git)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git init, README.md erstellen, committen.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Änderung machen → git diff → committen.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Branch feature/about erstellen, Änderung committen.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Zurück nach main wechseln: Was ist anders und warum?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git log --oneline --graph --decorate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 bauen &amp; ausführen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77440" cy="50292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 • Web, Security, Git &amp; Docker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Docker?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„Works on my machine“ vermeiden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kapseln App + Abhängigkeiten in einer standardisierten Einheit.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Umgebung für alle: Laptop, CI, Server.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Prozesse, Netzwerk, Filesystem getrennt.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volle VMs (teilt Kernel).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Grundbegriffe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vs. Container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8728" y="1234440"/>
            <a:ext cx="5272888" cy="51206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98768" y="146304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„Bauplan“ (read-only).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aus Dockerfile gebaut.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lokal oder in Registry.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Versionierbar via Tags.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1920240"/>
            <a:ext cx="463280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 Instanz eines Images.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eigenen Prozessraum.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stoppen/neu starten.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besser in Volumes auslagern.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(Idee)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Rezept zum Bauen eines Images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45775" cy="297180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25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999713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45775" cy="205740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99432"/>
            <a:ext cx="9997135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wählt Basis-Image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COPY/RUN baut Abhängigkeiten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CMD startet die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EXPOSE dokumentiert Port (Port-Mapping macht man mit -p)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 Alltag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• Ports • Logs • Stop • Volumes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8080:80 nginx  → Port-Mapping: Host:Container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ps  → laufende Container anzeigen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logs &lt;id&gt;  → Output ansehen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stop &lt;id&gt;  → sauber stoppen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Daten außerhalb des Containers speichern (persistenter State).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Mini-Übung (Docker)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4577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docker run hello-world (was passiert?)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docker run -p 8080:80 nginx → im Browser öffnen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docker ps → Container finden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docker logs / docker stop</a:t>
            </a:r>
            <a:endParaRPr lang="en-US" sz="22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Was ist ein Image-Tag (z.B. nginx:latest)?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zusammen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typischer Flow in Projekten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962851" cy="8686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19072"/>
            <a:ext cx="1505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150565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Editieren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5811" y="1988820"/>
            <a:ext cx="18288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68691" y="1554480"/>
            <a:ext cx="1962851" cy="8686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7291" y="1719072"/>
            <a:ext cx="1505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97291" y="2029968"/>
            <a:ext cx="150565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Commit/PR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1542" y="1988820"/>
            <a:ext cx="18288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14422" y="1554480"/>
            <a:ext cx="1962851" cy="8686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3022" y="1719072"/>
            <a:ext cx="1505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3022" y="2029968"/>
            <a:ext cx="150565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77273" y="1988820"/>
            <a:ext cx="18288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0153" y="1554480"/>
            <a:ext cx="1962851" cy="8686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753" y="1719072"/>
            <a:ext cx="1505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8753" y="2029968"/>
            <a:ext cx="150565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23004" y="1988820"/>
            <a:ext cx="182880" cy="0"/>
          </a:xfrm>
          <a:prstGeom prst="line">
            <a:avLst/>
          </a:prstGeom>
          <a:noFill/>
          <a:ln w="25400">
            <a:solidFill>
              <a:srgbClr val="B9C2D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05884" y="1554480"/>
            <a:ext cx="1962851" cy="8686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FF5C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34484" y="1719072"/>
            <a:ext cx="1505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34484" y="2029968"/>
            <a:ext cx="1505651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2834640"/>
            <a:ext cx="10545775" cy="361188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20C9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999232"/>
            <a:ext cx="9997135" cy="3282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Kommunikation über HTTP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Transport über HTTPS (TLS/PKI)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über JWT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du diese Bausteine verstehst, wirken viele „komische Fehler“ plötzlich logisch.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Mini-Bootcamp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5848" y="6583680"/>
            <a:ext cx="5455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2026-01-06T11:21:17Z</dcterms:created>
  <dcterms:modified xsi:type="dcterms:W3CDTF">2026-01-06T11:21:17Z</dcterms:modified>
</cp:coreProperties>
</file>